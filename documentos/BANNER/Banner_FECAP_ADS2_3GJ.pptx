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5" d="100"/>
          <a:sy n="25" d="100"/>
        </p:scale>
        <p:origin x="1716" y="-3078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" y="10648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Gabriel </a:t>
            </a:r>
            <a:r>
              <a:rPr lang="pt-BR" sz="3733" b="1" dirty="0" err="1">
                <a:ea typeface="ＭＳ Ｐゴシック" pitchFamily="34" charset="-128"/>
                <a:cs typeface="Times New Roman" pitchFamily="18" charset="0"/>
              </a:rPr>
              <a:t>Melego</a:t>
            </a:r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pt-BR" sz="3733" b="1" dirty="0" err="1">
                <a:ea typeface="ＭＳ Ｐゴシック" pitchFamily="34" charset="-128"/>
                <a:cs typeface="Times New Roman" pitchFamily="18" charset="0"/>
              </a:rPr>
              <a:t>Julio</a:t>
            </a:r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; Guilherme Nunes Soares; Gustavo Bitencourt Silva</a:t>
            </a: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606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Nossa equipe e o desenvolvimento do Projeto</a:t>
            </a:r>
          </a:p>
          <a:p>
            <a:pPr algn="just" defTabSz="1678349" eaLnBrk="1" hangingPunct="1"/>
            <a:r>
              <a:rPr lang="pt-BR" sz="2650" dirty="0">
                <a:ea typeface="ＭＳ Ｐゴシック" pitchFamily="34" charset="-128"/>
              </a:rPr>
              <a:t>O Projeto nasceu da colaboração de: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650" b="1" dirty="0"/>
              <a:t>Gabriel </a:t>
            </a:r>
            <a:r>
              <a:rPr lang="pt-BR" sz="2650" b="1" dirty="0" err="1"/>
              <a:t>Melego</a:t>
            </a:r>
            <a:r>
              <a:rPr lang="pt-BR" sz="2650" b="1" dirty="0"/>
              <a:t> </a:t>
            </a:r>
            <a:r>
              <a:rPr lang="pt-BR" sz="2650" b="1" dirty="0" err="1"/>
              <a:t>Julio</a:t>
            </a:r>
            <a:r>
              <a:rPr lang="pt-BR" sz="2650" b="1" dirty="0"/>
              <a:t> (Design e Idealização): </a:t>
            </a:r>
            <a:r>
              <a:rPr lang="pt-BR" sz="2650" dirty="0"/>
              <a:t>Garantiu que a idealização do Site corresse bem e acompanhou de perto o desenvolvimento, pontuando aprimoramentos a se fazer.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50" b="1" dirty="0"/>
              <a:t>	Guilherme Nunes Soares (Banco de Dados  e Conectividade): </a:t>
            </a:r>
            <a:r>
              <a:rPr lang="pt-BR" sz="2650" dirty="0"/>
              <a:t>Criou o banco de dados utilizado, além de colaborar para que tudo funcionasse em conjunto com o </a:t>
            </a:r>
            <a:r>
              <a:rPr lang="pt-BR" sz="2650" dirty="0" err="1"/>
              <a:t>FrontEnd</a:t>
            </a:r>
            <a:r>
              <a:rPr lang="pt-BR" sz="2650" dirty="0"/>
              <a:t>.</a:t>
            </a:r>
            <a:endParaRPr lang="pt-BR" sz="2650" b="1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50" b="1" dirty="0"/>
              <a:t>	Gustavo Bitencourt Silva (</a:t>
            </a:r>
            <a:r>
              <a:rPr lang="pt-BR" sz="2650" b="1" dirty="0" err="1"/>
              <a:t>FrontEnd</a:t>
            </a:r>
            <a:r>
              <a:rPr lang="pt-BR" sz="2650" b="1" dirty="0"/>
              <a:t> e Idealização): </a:t>
            </a:r>
            <a:r>
              <a:rPr lang="pt-BR" sz="2650" dirty="0"/>
              <a:t>Desenvolvimento do Site, principalmente a parte visual, garantindo a melhor experiência para o usuário.</a:t>
            </a:r>
            <a:endParaRPr lang="pt-BR" sz="2650" b="1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/>
              <a:t>Site Instituto Alma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2025.2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601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/>
            <a:r>
              <a:rPr lang="pt-BR" sz="2650" dirty="0">
                <a:ea typeface="ＭＳ Ｐゴシック" pitchFamily="34" charset="-128"/>
              </a:rPr>
              <a:t>A Proposta que foi dada para o semestre é a criação de um site responsivo para o Instituto Alma, onde pudesse ser feita a divulgação da instituição e também para potencializar os impactos de suas atividades.</a:t>
            </a:r>
          </a:p>
          <a:p>
            <a:pPr algn="just" defTabSz="1678349" eaLnBrk="1" hangingPunct="1"/>
            <a:r>
              <a:rPr lang="pt-BR" sz="2650" b="1" dirty="0">
                <a:ea typeface="ＭＳ Ｐゴシック" pitchFamily="34" charset="-128"/>
              </a:rPr>
              <a:t>Dentro dos objetivos do site estão:</a:t>
            </a:r>
          </a:p>
          <a:p>
            <a:pPr marL="1066693" lvl="1" indent="-457200" algn="just" defTabSz="1678349" eaLnBrk="1" hangingPunct="1">
              <a:buFont typeface="Arial" panose="020B0604020202020204" pitchFamily="34" charset="0"/>
              <a:buChar char="•"/>
            </a:pPr>
            <a:r>
              <a:rPr lang="pt-BR" sz="2650" dirty="0">
                <a:ea typeface="ＭＳ Ｐゴシック" pitchFamily="34" charset="-128"/>
              </a:rPr>
              <a:t>Dar maior visibilidade para a instituição;</a:t>
            </a:r>
          </a:p>
          <a:p>
            <a:pPr marL="1066693" lvl="1" indent="-457200" algn="just" defTabSz="1678349" eaLnBrk="1" hangingPunct="1">
              <a:buFont typeface="Arial" panose="020B0604020202020204" pitchFamily="34" charset="0"/>
              <a:buChar char="•"/>
            </a:pPr>
            <a:r>
              <a:rPr lang="pt-BR" sz="2650" dirty="0">
                <a:ea typeface="ＭＳ Ｐゴシック" pitchFamily="34" charset="-128"/>
              </a:rPr>
              <a:t>Ter um portal de arrecadação de doações;</a:t>
            </a:r>
          </a:p>
          <a:p>
            <a:pPr marL="1066693" lvl="1" indent="-457200" algn="just" defTabSz="1678349" eaLnBrk="1" hangingPunct="1">
              <a:buFont typeface="Arial" panose="020B0604020202020204" pitchFamily="34" charset="0"/>
              <a:buChar char="•"/>
            </a:pPr>
            <a:r>
              <a:rPr lang="pt-BR" sz="2650" dirty="0">
                <a:ea typeface="ＭＳ Ｐゴシック" pitchFamily="34" charset="-128"/>
              </a:rPr>
              <a:t>Divulgação das atividades e eventos;</a:t>
            </a:r>
          </a:p>
          <a:p>
            <a:pPr marL="1066693" lvl="1" indent="-457200" algn="just" defTabSz="1678349" eaLnBrk="1" hangingPunct="1">
              <a:buFont typeface="Arial" panose="020B0604020202020204" pitchFamily="34" charset="0"/>
              <a:buChar char="•"/>
            </a:pPr>
            <a:r>
              <a:rPr lang="pt-BR" sz="2650" dirty="0">
                <a:ea typeface="ＭＳ Ｐゴシック" pitchFamily="34" charset="-128"/>
              </a:rPr>
              <a:t>Garantir a transparência por meio da publicação de relatórios e documentos;</a:t>
            </a:r>
          </a:p>
          <a:p>
            <a:pPr marL="1066693" lvl="1" indent="-457200" algn="just" defTabSz="1678349" eaLnBrk="1" hangingPunct="1">
              <a:buFont typeface="Arial" panose="020B0604020202020204" pitchFamily="34" charset="0"/>
              <a:buChar char="•"/>
            </a:pPr>
            <a:r>
              <a:rPr lang="pt-BR" sz="2650" dirty="0">
                <a:ea typeface="ＭＳ Ｐゴシック" pitchFamily="34" charset="-128"/>
              </a:rPr>
              <a:t>Estabelecer uma Ouvidoria para contato direto.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3425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O grupo aceitou o desafio proposto e desenvolveu um site que atendesse às demandas do Instituto Alma, com portais que permitem a divulgação das atividades e eventos, doações e voluntariado e transparência para que a instituição possa estar próxima do público.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Também foi garantida a melhor experiência para os usuários, com a idealização de uma interação fácil dos visitantes com os conteúdos apresentados no site.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056747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Eduardo </a:t>
            </a:r>
            <a:r>
              <a:rPr lang="pt-BR" sz="2666" b="1" kern="0" dirty="0" err="1"/>
              <a:t>Savino</a:t>
            </a:r>
            <a:r>
              <a:rPr lang="pt-BR" sz="2666" b="1" kern="0" dirty="0"/>
              <a:t> Gomes; Francisco de Souza Escobar; José Carlos </a:t>
            </a:r>
            <a:r>
              <a:rPr lang="pt-BR" sz="2666" b="1" kern="0" dirty="0" err="1"/>
              <a:t>Buesso</a:t>
            </a:r>
            <a:r>
              <a:rPr lang="pt-BR" sz="2666" b="1" kern="0" dirty="0"/>
              <a:t> Jr; Ronaldo Araújo Pinto; Victor Bruno Alexander Rosetti de </a:t>
            </a:r>
            <a:r>
              <a:rPr lang="pt-BR" sz="2666" b="1" kern="0" dirty="0" err="1"/>
              <a:t>Quiroz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383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Visando um futuro próspero, o grupo pretende continuar colaborando da melhor maneira possível com o Instituto Alma. Sendo assim, é de extrema importância que a instituição continue oferecendo atualizações de seus projetos e atividades, para que sua divulgação e visibilidade esteja sempre na sua melhor versão.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A escalabilidade do projeto tem em vista a criação  de um aplicativo móvel disponível em todas as plataformas, para que o Instituto Alma e seus projetos sejam ainda mais visíveis e impactantes para as comunidades.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1" name="Imagem 10" descr="Logotipo&#10;&#10;O conteúdo gerado por IA pode estar incorreto.">
            <a:extLst>
              <a:ext uri="{FF2B5EF4-FFF2-40B4-BE49-F238E27FC236}">
                <a16:creationId xmlns:a16="http://schemas.microsoft.com/office/drawing/2014/main" id="{C36539B3-03B4-9E15-C22B-94F5A2E54A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9749" y="30503323"/>
            <a:ext cx="3023691" cy="1369821"/>
          </a:xfrm>
          <a:prstGeom prst="rect">
            <a:avLst/>
          </a:prstGeom>
        </p:spPr>
      </p:pic>
      <p:pic>
        <p:nvPicPr>
          <p:cNvPr id="12" name="Imagem 11" descr="Logotipo, Ícone&#10;&#10;O conteúdo gerado por IA pode estar incorreto.">
            <a:extLst>
              <a:ext uri="{FF2B5EF4-FFF2-40B4-BE49-F238E27FC236}">
                <a16:creationId xmlns:a16="http://schemas.microsoft.com/office/drawing/2014/main" id="{F265727C-35EA-9DFA-0973-7707DC71EA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743" y="27785558"/>
            <a:ext cx="2725505" cy="2390002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004D8512-6DEA-0B0B-63E3-A7017472BD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438" y="27782962"/>
            <a:ext cx="1913869" cy="2369168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BE7B6F3C-F476-EDA2-311E-8DA8C3BBBA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197" y="30667364"/>
            <a:ext cx="2246527" cy="1969985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4750" y="28265996"/>
            <a:ext cx="2569026" cy="1689588"/>
          </a:xfrm>
          <a:prstGeom prst="rect">
            <a:avLst/>
          </a:prstGeom>
        </p:spPr>
      </p:pic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BF4471B5-57EB-4844-928D-DCF9ED7AF6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149" y="30867938"/>
            <a:ext cx="1787261" cy="1567253"/>
          </a:xfrm>
          <a:prstGeom prst="rect">
            <a:avLst/>
          </a:prstGeom>
        </p:spPr>
      </p:pic>
      <p:pic>
        <p:nvPicPr>
          <p:cNvPr id="18" name="Imagem 17" descr="Ícone&#10;&#10;O conteúdo gerado por IA pode estar incorreto.">
            <a:extLst>
              <a:ext uri="{FF2B5EF4-FFF2-40B4-BE49-F238E27FC236}">
                <a16:creationId xmlns:a16="http://schemas.microsoft.com/office/drawing/2014/main" id="{6D783549-32E2-3701-9536-85EC637BA26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4429" y="30636052"/>
            <a:ext cx="2384470" cy="2090947"/>
          </a:xfrm>
          <a:prstGeom prst="rect">
            <a:avLst/>
          </a:prstGeom>
        </p:spPr>
      </p:pic>
      <p:pic>
        <p:nvPicPr>
          <p:cNvPr id="19" name="Imagem 18" descr="Ícone&#10;&#10;O conteúdo gerado por IA pode estar incorreto.">
            <a:extLst>
              <a:ext uri="{FF2B5EF4-FFF2-40B4-BE49-F238E27FC236}">
                <a16:creationId xmlns:a16="http://schemas.microsoft.com/office/drawing/2014/main" id="{1652BFF4-CD39-4D8B-CDB6-2EEBEA3ABE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7389" y="28227099"/>
            <a:ext cx="2231837" cy="1957103"/>
          </a:xfrm>
          <a:prstGeom prst="rect">
            <a:avLst/>
          </a:prstGeom>
        </p:spPr>
      </p:pic>
      <p:sp>
        <p:nvSpPr>
          <p:cNvPr id="3" name="AutoShape 2" descr="Resultado de imagem para Vscode PNG">
            <a:extLst>
              <a:ext uri="{FF2B5EF4-FFF2-40B4-BE49-F238E27FC236}">
                <a16:creationId xmlns:a16="http://schemas.microsoft.com/office/drawing/2014/main" id="{F6F6C337-0EC1-5405-F707-3F5ACD7620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47813" y="21447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6" name="Picture 25" descr="A blue triangle with a cross&#10;&#10;AI-generated content may be incorrect.">
            <a:extLst>
              <a:ext uri="{FF2B5EF4-FFF2-40B4-BE49-F238E27FC236}">
                <a16:creationId xmlns:a16="http://schemas.microsoft.com/office/drawing/2014/main" id="{5F747C70-97BB-99C6-898E-60B0E026530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758" y="28227099"/>
            <a:ext cx="2235224" cy="1957103"/>
          </a:xfrm>
          <a:prstGeom prst="rect">
            <a:avLst/>
          </a:prstGeom>
        </p:spPr>
      </p:pic>
      <p:pic>
        <p:nvPicPr>
          <p:cNvPr id="31" name="Picture 30" descr="A purple hexagon with a white letter and a hashtag&#10;&#10;AI-generated content may be incorrect.">
            <a:extLst>
              <a:ext uri="{FF2B5EF4-FFF2-40B4-BE49-F238E27FC236}">
                <a16:creationId xmlns:a16="http://schemas.microsoft.com/office/drawing/2014/main" id="{71601425-5459-90CD-8213-6208711CF77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7629" y="30174697"/>
            <a:ext cx="3431371" cy="300897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43C50E2B-918F-42FD-944A-ECD379FED97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3154" y="20243553"/>
            <a:ext cx="13284851" cy="634831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AB9223B-13AB-443C-846D-1B1B93726C3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22" y="12729482"/>
            <a:ext cx="13258742" cy="6362164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09C5D2E-02FA-4535-9030-802AEE6528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94" y="20232098"/>
            <a:ext cx="13327880" cy="6362164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373DCE93-3913-42CC-A752-06FFC1C9AF5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7046" y="12743334"/>
            <a:ext cx="13258800" cy="634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Props1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580D08-C850-4D98-9BB0-6190D1509D8A}">
  <ds:schemaRefs>
    <ds:schemaRef ds:uri="http://www.w3.org/XML/1998/namespace"/>
    <ds:schemaRef ds:uri="http://purl.org/dc/elements/1.1/"/>
    <ds:schemaRef ds:uri="http://schemas.microsoft.com/office/2006/metadata/properties"/>
    <ds:schemaRef ds:uri="8ca2a57e-8138-4b57-956a-eb6e2c7049cc"/>
    <ds:schemaRef ds:uri="http://purl.org/dc/terms/"/>
    <ds:schemaRef ds:uri="http://purl.org/dc/dcmitype/"/>
    <ds:schemaRef ds:uri="http://schemas.openxmlformats.org/package/2006/metadata/core-properties"/>
    <ds:schemaRef ds:uri="1d2798d9-1030-4cc5-be7b-200f9e628651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1052</TotalTime>
  <Words>413</Words>
  <Application>Microsoft Office PowerPoint</Application>
  <PresentationFormat>Personalizar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Times New Roman</vt:lpstr>
      <vt:lpstr>Design padrão</vt:lpstr>
      <vt:lpstr>Site Instituto Alma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Gustavo Bitencourt Silva</cp:lastModifiedBy>
  <cp:revision>52</cp:revision>
  <dcterms:created xsi:type="dcterms:W3CDTF">2006-11-04T15:46:42Z</dcterms:created>
  <dcterms:modified xsi:type="dcterms:W3CDTF">2025-11-03T21:22:12Z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